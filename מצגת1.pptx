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F98A76-72A0-BE9C-08CE-060733FE4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8AFE601-2710-6DF4-F90F-606040030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6F6388B-C368-6F91-C39B-ADAFC173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CA4DDDB-D7F7-B9B9-C078-E7EFE906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1B5D05-0C74-D76D-5559-C85670BF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0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DE0845-4FDA-B4E9-FF18-38C3433E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1844781-F19B-E84C-88C8-860E2D46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1B9CD9D-DDB8-B289-8C31-3D5541EBC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1CCF17D-6422-2FF2-8A76-DAAFDE72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9911DE-DB89-7B50-CA9F-4776E9CF5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9EA62C-BEFB-490C-9A22-B15E20A8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EEB18CC-88E3-4CC7-E3F5-72DE40174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AB31EC8-63F3-0081-551C-2ABBAD84E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16D782D-3160-2D72-504B-DF1B2574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27AD01F-7895-D0C7-1DDC-D9ECB596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8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44972A-0B5A-9E6B-E5E2-50CB66FF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359973-5883-C9BE-FB15-3337DB76F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754B02A-1744-2483-5B98-2F1CEA7C1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5F13B2B-DB6C-C23C-212F-FE2AB933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93221FD-0EED-3E45-01DC-A06B7B03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8E307B4-F6C4-9F23-39B4-9F858756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5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2161C1-F4CD-E0AB-4216-D6CD0169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20F8314-FFFA-9812-A390-6043942E4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69DFEEA-4100-D866-D7E9-A0E3C382E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A7A124A-43B6-1FD7-214A-16464E82E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4BEC79A-1D3C-49A6-A422-B729BE44E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B806A28-5050-A36F-88E5-82D6B6D9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302241E-DAF5-AD10-D46C-8709F052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31CCE16-71AC-2088-B1C8-859B135E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4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701E2E-AE38-9D40-245A-091C4BFB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A7E3284-5EAD-4484-A64F-654219BD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3F23CE8-2C1C-B37E-CC3B-BA210DFC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C9A93A7-4DB2-05B4-CE15-92B7A15E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4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7E76A7E-1D5E-09C8-3FC6-751A0E42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E774B40-68C1-B4F8-0F9D-432F0AC6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73F1C0A-61D1-715A-D948-86E007241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A700FB-89B7-7A6C-7C7D-611AE30D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D20238-2168-6280-CE53-BEC63CDE5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4C4C0BA-4933-8F20-D1A7-A3AF507BB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0A21EC7-FFA6-6270-A44E-8449D43B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ED87E6C-7851-9AA0-6D76-0D878C6C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89C4941-4DC3-759D-E9D9-553C70FB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0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1FE051-08B2-F04A-2AC3-FFAF9D75D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07B6026-5420-6AF6-1693-589311087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BA27126-53A2-AAC6-7805-C2B02F47C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17BD4CC-9C5B-EC10-A042-4DA082404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33B5F9A-A560-D6B2-21F3-AE497705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82A8895-85C9-782D-97A8-32CF0368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2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4C7B7F-0D3A-9D00-3949-90D678CA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6D6C4DA-C537-4F72-3355-548F5247C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97A2461-D6F4-DC8C-5D1E-6A31044E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054E34D-ED7A-7068-4C29-A49631BB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033317-4A28-04B1-AB67-58E4AD2A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6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FC8AA42-C3E5-AD99-7B40-62372703C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E7AEC34-5910-0BFE-0635-72AF05B81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8A96FD6-5190-2425-267F-DA133731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0D67D2C-8264-1FFC-ABF9-F6F2DDE9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96BFB1-A9F4-62C4-B412-20EA3B11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6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3861B53-D252-4CD5-A4EF-8D5D13370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A51C12-48D9-CA79-4DB4-8D3DF7249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6BF1011-09BC-CFD2-B9EE-511DB6DAB2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3C80B-6E72-46B6-88A1-B9915FF9596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D8A479A-772D-B61E-0215-2EBFE5AAE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A62FC0-7226-EA8C-73BD-BD176E751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54945-DE8F-49CF-8CA6-F9A53988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7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907C3B4-D6E6-3BF8-7ABC-9BA7732F3BC2}"/>
              </a:ext>
            </a:extLst>
          </p:cNvPr>
          <p:cNvSpPr txBox="1"/>
          <p:nvPr/>
        </p:nvSpPr>
        <p:spPr>
          <a:xfrm>
            <a:off x="5194300" y="863600"/>
            <a:ext cx="2089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Main Agent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F17D5C9-D65D-AA23-2603-11E115EEA7B7}"/>
              </a:ext>
            </a:extLst>
          </p:cNvPr>
          <p:cNvSpPr txBox="1"/>
          <p:nvPr/>
        </p:nvSpPr>
        <p:spPr>
          <a:xfrm>
            <a:off x="877207" y="3059668"/>
            <a:ext cx="2089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Schedule Agent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15160C5-C17B-3DBD-CAF4-DE31AC416337}"/>
              </a:ext>
            </a:extLst>
          </p:cNvPr>
          <p:cNvSpPr txBox="1"/>
          <p:nvPr/>
        </p:nvSpPr>
        <p:spPr>
          <a:xfrm>
            <a:off x="4859383" y="3065599"/>
            <a:ext cx="2089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Info Agent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1F57FF0-6583-59BA-DBDF-3883A5DC4D0E}"/>
              </a:ext>
            </a:extLst>
          </p:cNvPr>
          <p:cNvSpPr txBox="1"/>
          <p:nvPr/>
        </p:nvSpPr>
        <p:spPr>
          <a:xfrm>
            <a:off x="8672648" y="3059668"/>
            <a:ext cx="2089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End Agent</a:t>
            </a: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C72DEDC6-1300-CBEC-818F-FC9E29100157}"/>
              </a:ext>
            </a:extLst>
          </p:cNvPr>
          <p:cNvCxnSpPr>
            <a:cxnSpLocks/>
          </p:cNvCxnSpPr>
          <p:nvPr/>
        </p:nvCxnSpPr>
        <p:spPr>
          <a:xfrm>
            <a:off x="7404100" y="1562100"/>
            <a:ext cx="1524363" cy="1324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3BF1905A-B45A-EAC0-42B2-A411D0172E16}"/>
              </a:ext>
            </a:extLst>
          </p:cNvPr>
          <p:cNvCxnSpPr>
            <a:cxnSpLocks/>
          </p:cNvCxnSpPr>
          <p:nvPr/>
        </p:nvCxnSpPr>
        <p:spPr>
          <a:xfrm>
            <a:off x="6013450" y="1511300"/>
            <a:ext cx="0" cy="1375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7455100C-4877-43AE-9A85-A8E0A910196A}"/>
              </a:ext>
            </a:extLst>
          </p:cNvPr>
          <p:cNvCxnSpPr>
            <a:cxnSpLocks/>
          </p:cNvCxnSpPr>
          <p:nvPr/>
        </p:nvCxnSpPr>
        <p:spPr>
          <a:xfrm flipH="1">
            <a:off x="3102429" y="1359808"/>
            <a:ext cx="1986642" cy="152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0398E05E-D4F3-6E9F-D685-53333D8BF874}"/>
              </a:ext>
            </a:extLst>
          </p:cNvPr>
          <p:cNvCxnSpPr>
            <a:cxnSpLocks/>
          </p:cNvCxnSpPr>
          <p:nvPr/>
        </p:nvCxnSpPr>
        <p:spPr>
          <a:xfrm>
            <a:off x="1874701" y="3590472"/>
            <a:ext cx="0" cy="1375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CF8DD7D8-ED3E-B601-9EE1-41AC1BF55A13}"/>
              </a:ext>
            </a:extLst>
          </p:cNvPr>
          <p:cNvSpPr txBox="1"/>
          <p:nvPr/>
        </p:nvSpPr>
        <p:spPr>
          <a:xfrm>
            <a:off x="830126" y="5236811"/>
            <a:ext cx="2089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Tools</a:t>
            </a:r>
          </a:p>
        </p:txBody>
      </p: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4AF1517C-043A-5DE7-077F-030FB5692E96}"/>
              </a:ext>
            </a:extLst>
          </p:cNvPr>
          <p:cNvCxnSpPr>
            <a:cxnSpLocks/>
          </p:cNvCxnSpPr>
          <p:nvPr/>
        </p:nvCxnSpPr>
        <p:spPr>
          <a:xfrm flipV="1">
            <a:off x="2302328" y="1251857"/>
            <a:ext cx="2388144" cy="1575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B02126BB-1625-8B0B-F08B-B7C3580D5034}"/>
              </a:ext>
            </a:extLst>
          </p:cNvPr>
          <p:cNvCxnSpPr>
            <a:cxnSpLocks/>
          </p:cNvCxnSpPr>
          <p:nvPr/>
        </p:nvCxnSpPr>
        <p:spPr>
          <a:xfrm flipV="1">
            <a:off x="5490573" y="1562100"/>
            <a:ext cx="24131" cy="126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E43E1EBC-78ED-6CFD-B417-9D3426A53B96}"/>
              </a:ext>
            </a:extLst>
          </p:cNvPr>
          <p:cNvCxnSpPr>
            <a:cxnSpLocks/>
          </p:cNvCxnSpPr>
          <p:nvPr/>
        </p:nvCxnSpPr>
        <p:spPr>
          <a:xfrm flipH="1" flipV="1">
            <a:off x="7563394" y="1312817"/>
            <a:ext cx="1790700" cy="1574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מחבר חץ ישר 1">
            <a:extLst>
              <a:ext uri="{FF2B5EF4-FFF2-40B4-BE49-F238E27FC236}">
                <a16:creationId xmlns:a16="http://schemas.microsoft.com/office/drawing/2014/main" id="{128BB797-FC57-A765-48B8-B7613289E96F}"/>
              </a:ext>
            </a:extLst>
          </p:cNvPr>
          <p:cNvCxnSpPr>
            <a:cxnSpLocks/>
          </p:cNvCxnSpPr>
          <p:nvPr/>
        </p:nvCxnSpPr>
        <p:spPr>
          <a:xfrm flipV="1">
            <a:off x="9717223" y="3543300"/>
            <a:ext cx="24131" cy="126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07A91B8-D77A-B6B8-4CD5-F8E32CA190C6}"/>
              </a:ext>
            </a:extLst>
          </p:cNvPr>
          <p:cNvSpPr txBox="1"/>
          <p:nvPr/>
        </p:nvSpPr>
        <p:spPr>
          <a:xfrm>
            <a:off x="8831126" y="5236811"/>
            <a:ext cx="2089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Fine tuning</a:t>
            </a:r>
          </a:p>
        </p:txBody>
      </p: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D96B37F4-7700-F666-7131-0D1D6EDE4E1E}"/>
              </a:ext>
            </a:extLst>
          </p:cNvPr>
          <p:cNvCxnSpPr>
            <a:cxnSpLocks/>
          </p:cNvCxnSpPr>
          <p:nvPr/>
        </p:nvCxnSpPr>
        <p:spPr>
          <a:xfrm flipV="1">
            <a:off x="5783897" y="3701233"/>
            <a:ext cx="24131" cy="126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FFF45A57-5947-1765-0475-2BE0D2D4DE66}"/>
              </a:ext>
            </a:extLst>
          </p:cNvPr>
          <p:cNvSpPr txBox="1"/>
          <p:nvPr/>
        </p:nvSpPr>
        <p:spPr>
          <a:xfrm>
            <a:off x="4919526" y="5162034"/>
            <a:ext cx="20891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/>
              <a:t>RAG and embedding</a:t>
            </a: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29FB5E05-705D-7FDA-D0B7-9705CBAC534D}"/>
              </a:ext>
            </a:extLst>
          </p:cNvPr>
          <p:cNvCxnSpPr>
            <a:cxnSpLocks/>
          </p:cNvCxnSpPr>
          <p:nvPr/>
        </p:nvCxnSpPr>
        <p:spPr>
          <a:xfrm>
            <a:off x="1921782" y="5743122"/>
            <a:ext cx="0" cy="403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009EB6A9-0B71-EF7F-67B8-FD88EA8A54C5}"/>
              </a:ext>
            </a:extLst>
          </p:cNvPr>
          <p:cNvSpPr txBox="1"/>
          <p:nvPr/>
        </p:nvSpPr>
        <p:spPr>
          <a:xfrm>
            <a:off x="779326" y="6283779"/>
            <a:ext cx="20891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dirty="0" err="1"/>
              <a:t>DB_Tech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78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AC7D801-8D77-45E8-719D-5B5748260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5654449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/>
              <a:t>user loop:</a:t>
            </a:r>
          </a:p>
          <a:p>
            <a:pPr marL="0" indent="0" algn="l" rtl="0">
              <a:buNone/>
            </a:pPr>
            <a:r>
              <a:rPr lang="en-US" dirty="0"/>
              <a:t>	get user registration</a:t>
            </a:r>
          </a:p>
          <a:p>
            <a:pPr marL="0" indent="0" algn="l" rtl="0">
              <a:buNone/>
            </a:pPr>
            <a:r>
              <a:rPr lang="en-US" dirty="0"/>
              <a:t>	start user session</a:t>
            </a:r>
          </a:p>
          <a:p>
            <a:pPr marL="0" indent="0" algn="l" rtl="0">
              <a:buNone/>
            </a:pPr>
            <a:r>
              <a:rPr lang="en-US" dirty="0"/>
              <a:t>	main loop (if not end)</a:t>
            </a:r>
          </a:p>
          <a:p>
            <a:pPr marL="0" indent="0" algn="l" rtl="0">
              <a:buNone/>
            </a:pPr>
            <a:r>
              <a:rPr lang="en-US" dirty="0"/>
              <a:t>		get user input</a:t>
            </a:r>
          </a:p>
          <a:p>
            <a:pPr marL="0" indent="0" algn="l" rtl="0">
              <a:buNone/>
            </a:pPr>
            <a:r>
              <a:rPr lang="en-US" dirty="0"/>
              <a:t>		decide intent, set session state</a:t>
            </a:r>
          </a:p>
          <a:p>
            <a:pPr marL="0" indent="0" algn="l" rtl="0">
              <a:buNone/>
            </a:pPr>
            <a:r>
              <a:rPr lang="en-US" dirty="0"/>
              <a:t>		advisors loop</a:t>
            </a:r>
          </a:p>
          <a:p>
            <a:pPr marL="0" indent="0" algn="l" rtl="0">
              <a:buNone/>
            </a:pPr>
            <a:r>
              <a:rPr lang="en-US" dirty="0"/>
              <a:t>		get advisor response</a:t>
            </a:r>
          </a:p>
          <a:p>
            <a:pPr marL="0" indent="0" algn="l" rtl="0">
              <a:buNone/>
            </a:pPr>
            <a:r>
              <a:rPr lang="en-US" dirty="0"/>
              <a:t>		send response to user</a:t>
            </a:r>
          </a:p>
          <a:p>
            <a:pPr marL="0" indent="0" algn="l" rtl="0">
              <a:buNone/>
            </a:pPr>
            <a:r>
              <a:rPr lang="en-US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92824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B6E03C1-F9F1-2197-01B4-D5879CE8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7423"/>
            <a:ext cx="10515600" cy="5569540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dirty="0"/>
              <a:t>Advisors loop </a:t>
            </a:r>
          </a:p>
          <a:p>
            <a:pPr marL="0" indent="0" algn="l" rtl="0">
              <a:buNone/>
            </a:pPr>
            <a:r>
              <a:rPr lang="en-US" dirty="0"/>
              <a:t>If intent schedule :</a:t>
            </a:r>
          </a:p>
          <a:p>
            <a:pPr marL="0" indent="0" algn="l" rtl="0">
              <a:buNone/>
            </a:pPr>
            <a:r>
              <a:rPr lang="en-US" dirty="0"/>
              <a:t>	call schedule (schedule compute response </a:t>
            </a:r>
            <a:r>
              <a:rPr lang="en-US"/>
              <a:t>update state)</a:t>
            </a:r>
            <a:endParaRPr lang="en-US" dirty="0"/>
          </a:p>
          <a:p>
            <a:pPr marL="0" indent="0" algn="l" rtl="0">
              <a:buNone/>
            </a:pPr>
            <a:r>
              <a:rPr lang="en-US" dirty="0"/>
              <a:t>	if response not schedule</a:t>
            </a:r>
          </a:p>
          <a:p>
            <a:pPr marL="0" indent="0" algn="l" rtl="0">
              <a:buNone/>
            </a:pPr>
            <a:r>
              <a:rPr lang="en-US" dirty="0"/>
              <a:t>		call info</a:t>
            </a:r>
          </a:p>
          <a:p>
            <a:pPr marL="0" indent="0" algn="l" rtl="0">
              <a:buNone/>
            </a:pPr>
            <a:r>
              <a:rPr lang="en-US" dirty="0"/>
              <a:t>		if response not info</a:t>
            </a:r>
          </a:p>
          <a:p>
            <a:pPr marL="0" indent="0" algn="l" rtl="0">
              <a:buNone/>
            </a:pPr>
            <a:r>
              <a:rPr lang="en-US" dirty="0"/>
              <a:t>			call end</a:t>
            </a:r>
          </a:p>
          <a:p>
            <a:pPr marL="0" indent="0" algn="l" rtl="0">
              <a:buNone/>
            </a:pPr>
            <a:r>
              <a:rPr lang="en-US" dirty="0"/>
              <a:t>			if response not end</a:t>
            </a:r>
          </a:p>
          <a:p>
            <a:pPr marL="0" indent="0" algn="l" rtl="0">
              <a:buNone/>
            </a:pPr>
            <a:r>
              <a:rPr lang="en-US" dirty="0"/>
              <a:t>				return response = did not understand</a:t>
            </a:r>
          </a:p>
          <a:p>
            <a:pPr marL="0" indent="0" algn="l" rtl="0">
              <a:buNone/>
            </a:pPr>
            <a:r>
              <a:rPr lang="en-US" dirty="0"/>
              <a:t>	return response</a:t>
            </a:r>
          </a:p>
        </p:txBody>
      </p:sp>
    </p:spTree>
    <p:extLst>
      <p:ext uri="{BB962C8B-B14F-4D97-AF65-F5344CB8AC3E}">
        <p14:creationId xmlns:p14="http://schemas.microsoft.com/office/powerpoint/2010/main" val="243104816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123</Words>
  <Application>Microsoft Office PowerPoint</Application>
  <PresentationFormat>מסך רחב</PresentationFormat>
  <Paragraphs>28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Berman</dc:creator>
  <cp:lastModifiedBy>Alon Berman</cp:lastModifiedBy>
  <cp:revision>2</cp:revision>
  <dcterms:created xsi:type="dcterms:W3CDTF">2026-04-05T15:10:43Z</dcterms:created>
  <dcterms:modified xsi:type="dcterms:W3CDTF">2026-04-14T11:34:49Z</dcterms:modified>
</cp:coreProperties>
</file>